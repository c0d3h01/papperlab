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3"/>
          <p:cNvSpPr txBox="1"/>
          <p:nvPr/>
        </p:nvSpPr>
        <p:spPr>
          <a:xfrm>
            <a:off x="600000" y="420000"/>
            <a:ext cx="1100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3000" b="1" dirty="0">
                <a:solidFill>
                  <a:srgbClr val="18181B"/>
                </a:solidFill>
                <a:latin typeface="Aptos"/>
              </a:rPr>
              <a:t>PaperLab in three minutes</a:t>
            </a:r>
            <a:endParaRPr lang="en-US" sz="3000"/>
          </a:p>
        </p:txBody>
      </p:sp>
      <p:sp>
        <p:nvSpPr>
          <p:cNvPr id="4" name="Text 4"/>
          <p:cNvSpPr txBox="1"/>
          <p:nvPr/>
        </p:nvSpPr>
        <p:spPr>
          <a:xfrm>
            <a:off x="600000" y="1400000"/>
            <a:ext cx="11000000" cy="18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600" b="0" dirty="0">
                <a:solidFill>
                  <a:srgbClr val="27272A"/>
                </a:solidFill>
                <a:latin typeface="Aptos"/>
              </a:rPr>
              <a:t>Upload</a:t>
            </a:r>
            <a:endParaRPr lang="en-US" sz="1600"/>
          </a:p>
          <a:p>
            <a:r>
              <a:rPr lang="en-US" sz="1600" b="0" dirty="0">
                <a:solidFill>
                  <a:srgbClr val="27272A"/>
                </a:solidFill>
                <a:latin typeface="Aptos"/>
              </a:rPr>
              <a:t>Choose a tool</a:t>
            </a:r>
            <a:endParaRPr lang="en-US" sz="1600"/>
          </a:p>
          <a:p>
            <a:r>
              <a:rPr lang="en-US" sz="1600" b="0" dirty="0">
                <a:solidFill>
                  <a:srgbClr val="27272A"/>
                </a:solidFill>
                <a:latin typeface="Aptos"/>
              </a:rPr>
              <a:t>Download</a:t>
            </a:r>
            <a:endParaRPr lang="en-US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3"/>
          <p:cNvSpPr txBox="1"/>
          <p:nvPr/>
        </p:nvSpPr>
        <p:spPr>
          <a:xfrm>
            <a:off x="600000" y="420000"/>
            <a:ext cx="1100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3000" b="1" dirty="0">
                <a:solidFill>
                  <a:srgbClr val="18181B"/>
                </a:solidFill>
                <a:latin typeface="Aptos"/>
              </a:rPr>
              <a:t>Built for real documents</a:t>
            </a:r>
            <a:endParaRPr lang="en-US" sz="3000"/>
          </a:p>
        </p:txBody>
      </p:sp>
      <p:sp>
        <p:nvSpPr>
          <p:cNvPr id="4" name="Text 4"/>
          <p:cNvSpPr txBox="1"/>
          <p:nvPr/>
        </p:nvSpPr>
        <p:spPr>
          <a:xfrm>
            <a:off x="600000" y="1400000"/>
            <a:ext cx="11000000" cy="18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600" b="0" dirty="0">
                <a:solidFill>
                  <a:srgbClr val="27272A"/>
                </a:solidFill>
                <a:latin typeface="Aptos"/>
              </a:rPr>
              <a:t>Merge, split, compress</a:t>
            </a:r>
            <a:endParaRPr lang="en-US" sz="1600"/>
          </a:p>
          <a:p>
            <a:r>
              <a:rPr lang="en-US" sz="1600" b="0" dirty="0">
                <a:solidFill>
                  <a:srgbClr val="27272A"/>
                </a:solidFill>
                <a:latin typeface="Aptos"/>
              </a:rPr>
              <a:t>Convert and OCR</a:t>
            </a:r>
            <a:endParaRPr lang="en-US" sz="1600"/>
          </a:p>
          <a:p>
            <a:r>
              <a:rPr lang="en-US" sz="1600" b="0" dirty="0">
                <a:solidFill>
                  <a:srgbClr val="27272A"/>
                </a:solidFill>
                <a:latin typeface="Aptos"/>
              </a:rPr>
              <a:t>Edit, sign, redact</a:t>
            </a:r>
            <a:endParaRPr lang="en-US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perLab">
  <a:themeElements>
    <a:clrScheme name="PaperLab">
      <a:dk1>
        <a:srgbClr val="18181B"/>
      </a:dk1>
      <a:lt1>
        <a:srgbClr val="FFFFFF"/>
      </a:lt1>
      <a:dk2>
        <a:srgbClr val="3F3F46"/>
      </a:dk2>
      <a:lt2>
        <a:srgbClr val="FAF8F3"/>
      </a:lt2>
      <a:accent1>
        <a:srgbClr val="2547FF"/>
      </a:accent1>
      <a:accent2>
        <a:srgbClr val="FF5C35"/>
      </a:accent2>
      <a:accent3>
        <a:srgbClr val="0F9D6E"/>
      </a:accent3>
      <a:accent4>
        <a:srgbClr val="E0B341"/>
      </a:accent4>
      <a:accent5>
        <a:srgbClr val="8B5CF6"/>
      </a:accent5>
      <a:accent6>
        <a:srgbClr val="0EA5E9"/>
      </a:accent6>
      <a:hlink>
        <a:srgbClr val="2547FF"/>
      </a:hlink>
      <a:folHlink>
        <a:srgbClr val="8B5CF6"/>
      </a:folHlink>
    </a:clrScheme>
    <a:fontScheme name="PaperLab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PaperLab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